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Parali Mitra — Team CrackHeads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Turning paddy straw into a tracked, paid fuel for brick kilns before 1 Nov 2026</a:t>
            </a:r>
          </a:p>
          <a:p>
            <a:pPr>
              <a:spcAft>
                <a:spcPts val="1000"/>
              </a:spcAft>
              <a:defRPr sz="2000"/>
            </a:pPr>
            <a:r>
              <a:t>Zinnovatio 4.0 | Track: AgriTech &amp; Rural Transformation</a:t>
            </a:r>
          </a:p>
          <a:p>
            <a:pPr>
              <a:spcAft>
                <a:spcPts val="1000"/>
              </a:spcAft>
              <a:defRPr sz="2000"/>
            </a:pPr>
            <a:r>
              <a:t>Team: Kunwar Rishab Singh, Rachit Rajput, Manan Dhingra, Samarth Singh, Karan</a:t>
            </a:r>
          </a:p>
          <a:p>
            <a:pPr>
              <a:spcAft>
                <a:spcPts val="1000"/>
              </a:spcAft>
              <a:defRPr sz="2000"/>
            </a:pPr>
            <a:r>
              <a:t>Notice: Demo uses SAMPLE DATA for kilns/suppliers/prices; REAL CAQM mandate &amp; NASA FIRMS fire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 &amp; Why 1 November 2026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Farmers have only 20-25 days between paddy harvest and wheat sowing (Construction World, Oct 2026).</a:t>
            </a:r>
          </a:p>
          <a:p>
            <a:pPr>
              <a:spcAft>
                <a:spcPts val="1000"/>
              </a:spcAft>
              <a:defRPr sz="2000"/>
            </a:pPr>
            <a:r>
              <a:t>CAQM Direction No. 92 Mandate: Brick kilns in Punjab &amp; non-NCR Haryana must co-fire straw:</a:t>
            </a:r>
          </a:p>
          <a:p>
            <a:pPr>
              <a:spcAft>
                <a:spcPts val="1000"/>
              </a:spcAft>
              <a:defRPr sz="2000"/>
            </a:pPr>
            <a:r>
              <a:t>   - 20% (Nov 2025) -&gt; 30% from 1 Nov 2026 (Tomorrow) -&gt; 40% (Nov 2027) -&gt; 50% (Nov 2028).</a:t>
            </a:r>
          </a:p>
          <a:p>
            <a:pPr>
              <a:spcAft>
                <a:spcPts val="1000"/>
              </a:spcAft>
              <a:defRPr sz="2000"/>
            </a:pPr>
            <a:r>
              <a:t>Ground reality: Traditional hand-fed kilns prefer chopped straw mixed with coal over pellets (Tribune India).</a:t>
            </a:r>
          </a:p>
          <a:p>
            <a:pPr>
              <a:spcAft>
                <a:spcPts val="1000"/>
              </a:spcAft>
              <a:defRPr sz="2000"/>
            </a:pPr>
            <a:r>
              <a:t>Punjab is adding 72 small pelletisation units to the ~40 operating earlier (BioEnergy Times, Sep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Solution: Parali Mitra (4 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Kiln Calculator: Computes monthly straw tonnes needed (30% mandate) and current compliance gap.</a:t>
            </a:r>
          </a:p>
          <a:p>
            <a:pPr>
              <a:spcAft>
                <a:spcPts val="1000"/>
              </a:spcAft>
              <a:defRPr sz="2000"/>
            </a:pPr>
            <a:r>
              <a:t>2. Straw Supply Map: Cached NASA FIRMS fire density shown as a 0-1 Relative Supply Index + supplier listings.</a:t>
            </a:r>
          </a:p>
          <a:p>
            <a:pPr>
              <a:spcAft>
                <a:spcPts val="1000"/>
              </a:spcAft>
              <a:defRPr sz="2000"/>
            </a:pPr>
            <a:r>
              <a:t>3. Match &amp; Delivered Cost: Ranks nearest farmers, aggregators &amp; pellet units (bale, chopped, pellet) vs coal.</a:t>
            </a:r>
          </a:p>
          <a:p>
            <a:pPr>
              <a:spcAft>
                <a:spcPts val="1000"/>
              </a:spcAft>
              <a:defRPr sz="2000"/>
            </a:pPr>
            <a:r>
              <a:t>4. Compliance Ledger: Logs deliveries with weighbridge slip photo reference; updates regulator map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End-to-End Demo Journey (One Delivery, Three Users)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Kiln Owner (Sample Kiln 3 - 120t fuel): Sees 36t straw needed for Nov 2026, 10t delivered, 26t shortfall.</a:t>
            </a:r>
          </a:p>
          <a:p>
            <a:pPr>
              <a:spcAft>
                <a:spcPts val="1000"/>
              </a:spcAft>
              <a:defRPr sz="2000"/>
            </a:pPr>
            <a:r>
              <a:t>Cost Comparison: Sees Sample Aggregator (12.4 km away) offering chopped straw at Rs 2,025/t delivered vs Rs 9,000/t coal (SAMPLE DATA).</a:t>
            </a:r>
          </a:p>
          <a:p>
            <a:pPr>
              <a:spcAft>
                <a:spcPts val="1000"/>
              </a:spcAft>
              <a:defRPr sz="2000"/>
            </a:pPr>
            <a:r>
              <a:t>Farmer / Aggregator (Mobile App): Lists straw in English/Hindi, confirms delivery with slip_001.jpg, gets Receipt R021.</a:t>
            </a:r>
          </a:p>
          <a:p>
            <a:pPr>
              <a:spcAft>
                <a:spcPts val="1000"/>
              </a:spcAft>
              <a:defRPr sz="2000"/>
            </a:pPr>
            <a:r>
              <a:t>Regulator (Pollution Board Dashboard): Sees Kiln K003 compliance bar and map marker turn Green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Architecture (100% Free &amp; Rule-Based)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 Sources: Cached NASA FIRMS fire data (supply_cells.csv) + Sample Seed CSVs + Configurable config.json.</a:t>
            </a:r>
          </a:p>
          <a:p>
            <a:pPr>
              <a:spcAft>
                <a:spcPts val="1000"/>
              </a:spcAft>
              <a:defRPr sz="2000"/>
            </a:pPr>
            <a:r>
              <a:t>Backend: Python 3.11 + FastAPI + SQLite + Pure calculation module (Haversine distance, delivered cost, compliance).</a:t>
            </a:r>
          </a:p>
          <a:p>
            <a:pPr>
              <a:spcAft>
                <a:spcPts val="1000"/>
              </a:spcAft>
              <a:defRPr sz="2000"/>
            </a:pPr>
            <a:r>
              <a:t>Frontend: React + Vite + Leaflet (OpenStreetMap attribution) + Recharts + Bilingual i18n (EN/HI).</a:t>
            </a:r>
          </a:p>
          <a:p>
            <a:pPr>
              <a:spcAft>
                <a:spcPts val="1000"/>
              </a:spcAft>
              <a:defRPr sz="2000"/>
            </a:pPr>
            <a:r>
              <a:t>Zero Black-Box AI: Transparent, auditable rules built for speed and explainability.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Honesty Rule, Data Status &amp; Open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REAL &amp; VERIFIED: CAQM Direction No. 92 mandate schedule (20/30/40/50%) and cached NASA FIRMS satellite detections.</a:t>
            </a:r>
          </a:p>
          <a:p>
            <a:pPr>
              <a:spcAft>
                <a:spcPts val="1000"/>
              </a:spcAft>
              <a:defRPr sz="2000"/>
            </a:pPr>
            <a:r>
              <a:t>SATELLITE LIMITATION: &gt;90% of large Punjab farm fires happen after 3 PM outside satellite overpass (iFOREST, Dec 2025) -&gt; Map is a Relative Supply Index, never a tonnage.</a:t>
            </a:r>
          </a:p>
          <a:p>
            <a:pPr>
              <a:spcAft>
                <a:spcPts val="1000"/>
              </a:spcAft>
              <a:defRPr sz="2000"/>
            </a:pPr>
            <a:r>
              <a:t>SAMPLE &amp; PLACEHOLDER: Kilns, suppliers, deliveries, and prices are SAMPLE DATA. Transport (Rs 6/t-km), chopping (Rs 150/t) &amp; conversion factor (1.0) are configurable assumptions.</a:t>
            </a:r>
          </a:p>
          <a:p>
            <a:pPr>
              <a:spcAft>
                <a:spcPts val="1000"/>
              </a:spcAft>
              <a:defRPr sz="2000"/>
            </a:pPr>
            <a:r>
              <a:t>EVIDENCE, NOT PROOF: Delivery receipt + slip photo supports physical audits; it does not replace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Differentiation &amp; Post-Hackathon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Why Parali Mitra is New: i-Khet rents farm machines; HSPCB portal registers kilns. Parali Mitra matches local straw (bale/chopped/pellet) to kilns at a delivered cost.</a:t>
            </a:r>
          </a:p>
          <a:p>
            <a:pPr>
              <a:spcAft>
                <a:spcPts val="1000"/>
              </a:spcAft>
              <a:defRPr sz="2000"/>
            </a:pPr>
            <a:r>
              <a:t>Phase 1 (Nov 2026): Field test with 2-3 brick kilns and 1 FPO in Sangrur/Malerkotla to replace placeholder costs with real quotes.</a:t>
            </a:r>
          </a:p>
          <a:p>
            <a:pPr>
              <a:spcAft>
                <a:spcPts val="1000"/>
              </a:spcAft>
              <a:defRPr sz="2000"/>
            </a:pPr>
            <a:r>
              <a:t>Phase 2 (2027): Weighbridge (Dharamkanta) QR/OCR slip verification &amp; district-level supply-gap alerts.</a:t>
            </a:r>
          </a:p>
          <a:p>
            <a:pPr>
              <a:spcAft>
                <a:spcPts val="1000"/>
              </a:spcAft>
              <a:defRPr sz="2000"/>
            </a:pPr>
            <a:r>
              <a:t>Who Pays (Hypothesis): Kilns/pellet units pay a small subscription/matching fee; free for farmers and regulators.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